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8" d="100"/>
          <a:sy n="48" d="100"/>
        </p:scale>
        <p:origin x="53" y="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1148"/>
            <a:ext cx="12191695" cy="82296"/>
          </a:xfrm>
          <a:prstGeom prst="rect">
            <a:avLst/>
          </a:prstGeom>
          <a:solidFill>
            <a:srgbClr val="BE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2423160" cy="1801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88920" y="274320"/>
            <a:ext cx="8732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3054"/>
                </a:solidFill>
              </a:defRPr>
            </a:pPr>
            <a:r>
              <a:t>KLH UNIVERSITY</a:t>
            </a:r>
          </a:p>
          <a:p>
            <a:pPr algn="ctr">
              <a:defRPr sz="1700" b="1">
                <a:solidFill>
                  <a:srgbClr val="BE1419"/>
                </a:solidFill>
              </a:defRPr>
            </a:pPr>
            <a:r>
              <a:t>Hyderabad – Bachupally Campus</a:t>
            </a:r>
          </a:p>
          <a:p>
            <a:pPr algn="ctr">
              <a:defRPr sz="1300">
                <a:solidFill>
                  <a:srgbClr val="5F646C"/>
                </a:solidFill>
              </a:defRPr>
            </a:pPr>
            <a:r>
              <a:t>Department of Electronics and Communication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781" y="1609071"/>
            <a:ext cx="10927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93054"/>
                </a:solidFill>
              </a:defRPr>
            </a:pPr>
            <a:r>
              <a:rPr dirty="0"/>
              <a:t>Conservative Offline Deep Reinforcement Learning</a:t>
            </a:r>
          </a:p>
          <a:p>
            <a:pPr algn="ctr">
              <a:defRPr sz="2200" b="1">
                <a:solidFill>
                  <a:srgbClr val="193054"/>
                </a:solidFill>
              </a:defRPr>
            </a:pPr>
            <a:r>
              <a:rPr dirty="0"/>
              <a:t>for Safe Spectrum Access in Dense </a:t>
            </a:r>
            <a:r>
              <a:rPr dirty="0" err="1"/>
              <a:t>IoT</a:t>
            </a:r>
            <a:r>
              <a:rPr dirty="0"/>
              <a:t>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7919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1419"/>
                </a:solidFill>
              </a:defRPr>
            </a:pPr>
            <a:r>
              <a:t>PROJECT PROGRESS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5212080" cy="2240280"/>
          </a:xfrm>
          <a:prstGeom prst="roundRect">
            <a:avLst/>
          </a:prstGeom>
          <a:solidFill>
            <a:srgbClr val="F7F8FA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200" b="1">
                <a:solidFill>
                  <a:srgbClr val="BE1419"/>
                </a:solidFill>
              </a:defRPr>
            </a:pPr>
            <a:r>
              <a:t>PROJECT GUIDE</a:t>
            </a:r>
          </a:p>
          <a:p>
            <a:pPr algn="ctr">
              <a:defRPr sz="1900" b="1">
                <a:solidFill>
                  <a:srgbClr val="193054"/>
                </a:solidFill>
              </a:defRPr>
            </a:pPr>
            <a:r>
              <a:t>Dr. Vinnakota Venu Balaji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337560"/>
            <a:ext cx="5440680" cy="2240280"/>
          </a:xfrm>
          <a:prstGeom prst="roundRect">
            <a:avLst/>
          </a:prstGeom>
          <a:solidFill>
            <a:srgbClr val="F7F8FA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82880" rtlCol="0" anchor="ctr"/>
          <a:lstStyle/>
          <a:p>
            <a:pPr algn="ctr">
              <a:defRPr sz="1200" b="1">
                <a:solidFill>
                  <a:srgbClr val="BE1419"/>
                </a:solidFill>
              </a:defRPr>
            </a:pPr>
            <a:r>
              <a:t>PROJECT TEAM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t>Mithilesh Gullapalli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t>Roll No.: 2520040056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t>Tejashwer Reddy S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t>Roll No.: 2520040059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t>Paidi Sai Chaitanya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t>Roll No.: 2520049125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F646C"/>
                </a:solidFill>
              </a:defRPr>
            </a:pPr>
            <a:r>
              <a:t>Electronics and Communication Engineering  •  KLH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Dense IoT networks have many devices competing for limited wireless spectrum.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Channel congestion and interference can increase packet loss, latency and energy cost.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A live trial-and-error RL agent may explore unsafe spectrum actions.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The project studies offline learning: use historical transmission data to learn a channel-selection policy.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Safety is treated explicitly through interference, collision, packet-loss and latency constraints.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9496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5504688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Core decision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Which channel?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given the current network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539496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1" y="5504688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Objective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High reward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performance − risk/cost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539496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5504688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Constraint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Safe access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avoid high-risk channel choices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2. Dataset and Feature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1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Records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10,000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uploaded transmission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10712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Features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42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raw dataset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16752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Channels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5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433, 470, 868, 915, 923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22792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Missing cells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before selected-feature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State: Channel_Occupancy, Interference_Power, Interference_Density, Packet_Collision_Rate, Packet_Loss_Rate.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State: Latency, RSSI, SNR, Node_Density and Network_Congestion.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Action: Frequency_Channel.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Reward: combines data rate and delivery success, with penalties for interference, packet loss, latency and energy cost.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The dataset is observational; the project therefore reports offline/empirical evaluation rather than live-network causal performance.</a:t>
            </a:r>
          </a:p>
        </p:txBody>
      </p:sp>
      <p:pic>
        <p:nvPicPr>
          <p:cNvPr id="12" name="Picture 11" descr="chann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23160"/>
            <a:ext cx="4114800" cy="24003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3. Proposed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46303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1. State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10 network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46303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2. Action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Select one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39" y="146303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3. Reward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Performance −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61187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4. Offline Q-learning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Learn from recorded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7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5. Conservative term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Penalize unsupported optimism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39" y="361187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6. Safety filter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Reject high-risk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Q-network output: one Q-value per available channel.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Policy chooses the highest-valued action that passes the historical safety filter.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Implementation is a CQL-style one-step offline Q-learning prototype for the progress stage.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4. Project Workflow /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Transmission</a:t>
            </a:r>
            <a:br/>
            <a: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Preprocess &amp;</a:t>
            </a:r>
            <a:br/>
            <a:r>
              <a:t>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State–Action–</a:t>
            </a:r>
            <a:br/>
            <a:r>
              <a:t>Reward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Conservative</a:t>
            </a:r>
            <a:br/>
            <a:r>
              <a:t>Q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6228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Safety</a:t>
            </a:r>
            <a:br/>
            <a:r>
              <a:t>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2062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4370831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Evaluation &amp;</a:t>
            </a:r>
            <a:br/>
            <a:r>
              <a:t>Plots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8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457200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667512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877824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8001000" y="3246120"/>
            <a:ext cx="320040" cy="59436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Environment is represented through recorded transmission states rather than live RF experimentation.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Training uses only the offline dataset; test records remain held out for evaluation.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Outputs include channel decisions, reward, risk and safety status.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5. Preliminary Experimental Results — 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Computed directly from the uploaded dataset</a:t>
            </a:r>
          </a:p>
        </p:txBody>
      </p:sp>
      <p:pic>
        <p:nvPicPr>
          <p:cNvPr id="4" name="Picture 3" descr="chann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253740"/>
          </a:xfrm>
          <a:prstGeom prst="rect">
            <a:avLst/>
          </a:prstGeom>
        </p:spPr>
      </p:pic>
      <p:pic>
        <p:nvPicPr>
          <p:cNvPr id="5" name="Picture 4" descr="risk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212080" cy="3040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74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Observed channels: 433, 470, 868, 915, 923.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Lowest historical mean risk channel in this analysis: 470 (risk score 1.697).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Highest mean reward channel in the empirical analysis: 923 (reward 0.219).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Risk score is a project-defined normalized screening metric, not a standardized RF safety metric.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6. Preliminary Offline Policy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One-step empirical offline evaluation; values are estimated from historical channel rewards</a:t>
            </a:r>
          </a:p>
        </p:txBody>
      </p:sp>
      <p:pic>
        <p:nvPicPr>
          <p:cNvPr id="4" name="Picture 3" descr="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92240" cy="37871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32588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62671" y="1435607"/>
            <a:ext cx="34198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Random policy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0.218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estimated mean reward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60604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2671" y="2715768"/>
            <a:ext cx="34198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Empirical policy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0.219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channel 923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8620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1" y="3995928"/>
            <a:ext cx="34198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Safe empirical policy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0.219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channel 923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22337"/>
                </a:solidFill>
              </a:defRPr>
            </a:pPr>
            <a:r>
              <a:t>• These results establish a baseline for the offline decision problem.</a:t>
            </a:r>
          </a:p>
          <a:p>
            <a:pPr>
              <a:spcAft>
                <a:spcPts val="800"/>
              </a:spcAft>
              <a:defRPr sz="1100">
                <a:solidFill>
                  <a:srgbClr val="122337"/>
                </a:solidFill>
              </a:defRPr>
            </a:pPr>
            <a:r>
              <a:t>• They are not live-network measurements and do not establish causal improvement.</a:t>
            </a:r>
          </a:p>
          <a:p>
            <a:pPr>
              <a:spcAft>
                <a:spcPts val="800"/>
              </a:spcAft>
              <a:defRPr sz="1100">
                <a:solidFill>
                  <a:srgbClr val="122337"/>
                </a:solidFill>
              </a:defRPr>
            </a:pPr>
            <a:r>
              <a:t>• The next validation step is to compare the trained conservative Q policy against these baselines on the held-out test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7. Current Progress and Remaining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Dataset loaded and inspected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Relevant state features selected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Frequency channels mapped to discrete actions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Reward function defined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Offline baseline evaluation completed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Safety risk score and historical screening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6534"/>
                </a:solidFill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Run full conservative Q-network training on the cleaned dataset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Evaluate the learned policy on held-out records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Add ablation/sensitivity analysis for the conservative coefficient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Generate final throughput, packet-loss, latency and safety-violation plots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Package source code, dataset description and run instructions in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898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REMAINING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755</Words>
  <Application>Microsoft Office PowerPoint</Application>
  <PresentationFormat>Widescreen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Paidi Sai Chaitanya</dc:creator>
  <cp:keywords/>
  <dc:description>generated using python-pptx</dc:description>
  <cp:lastModifiedBy>DELL</cp:lastModifiedBy>
  <cp:revision>6</cp:revision>
  <dcterms:created xsi:type="dcterms:W3CDTF">2013-01-27T09:14:16Z</dcterms:created>
  <dcterms:modified xsi:type="dcterms:W3CDTF">2026-09-29T08:01:08Z</dcterms:modified>
  <cp:category/>
</cp:coreProperties>
</file>